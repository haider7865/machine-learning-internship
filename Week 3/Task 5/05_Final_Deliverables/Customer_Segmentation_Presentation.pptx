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Development, Evaluation &amp;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— Machine Learning  |  Customer Personality Analysis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60 features to 4 actionable customer segments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5819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12 behavioural &amp; demographic features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04288"/>
            <a:ext cx="502920" cy="50292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04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with StandardScaler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502920" cy="50292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0815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optimal K (Elbow, Silhouette, Davies-Bouldin)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502920" cy="50292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83133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&amp; compare 4 algorithms: K-Means, Hierarchical, GMM, DBSCAN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553712"/>
            <a:ext cx="502920" cy="50292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58114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Profile, name, and validate the final segments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502920" cy="50292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533095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 reusable production pipeline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ML-M06 — Customer Segmentation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Determining the Optimal 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metrics vs. business interpretability</a:t>
            </a:r>
            <a:endParaRPr lang="en-US" sz="1400" dirty="0"/>
          </a:p>
        </p:txBody>
      </p:sp>
      <p:pic>
        <p:nvPicPr>
          <p:cNvPr id="4" name="Image 0" descr="05_elbow_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486400" cy="3387296"/>
          </a:xfrm>
          <a:prstGeom prst="rect">
            <a:avLst/>
          </a:prstGeom>
        </p:spPr>
      </p:pic>
      <p:pic>
        <p:nvPicPr>
          <p:cNvPr id="5" name="Image 1" descr="06a_silhouette_scores_p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33872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&amp; Davies-Bouldin statistically favor K=2; elbow suggests K=3. K=4 was chosen as a business-driven override to unlock actionable, named marketing personas.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ML-M06 — Customer Segmentation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selected as the production model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201168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Silhouette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Davies-Bouldin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(s)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Handles Noise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K-Means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Hierarchical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DBSCAN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wins on Silhouette, Davies-Bouldin, and training speed — and its centroids are the easiest to explain to business stakeholders.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ML-M06 — Customer Segmentation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Customer Segments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projection of the final K-Means clustering (K=4)</a:t>
            </a:r>
            <a:endParaRPr lang="en-US" sz="1400" dirty="0"/>
          </a:p>
        </p:txBody>
      </p:sp>
      <p:pic>
        <p:nvPicPr>
          <p:cNvPr id="4" name="Image 0" descr="14a_final_pca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371600"/>
            <a:ext cx="6400800" cy="49767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ML-M06 — Customer Segmentation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Profiles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Cluster-wise averages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137160" cy="210312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Customers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22.1% of 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$76,705 | Spend $1,430 | Campaigns 1.2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554480"/>
            <a:ext cx="137160" cy="2103120"/>
          </a:xfrm>
          <a:prstGeom prst="rect">
            <a:avLst/>
          </a:prstGeom>
          <a:solidFill>
            <a:srgbClr val="4C72B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/ Loyal Buyers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28.6% of customers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$59,927 | Spend $814 | Active on all channels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886200"/>
            <a:ext cx="137160" cy="2103120"/>
          </a:xfrm>
          <a:prstGeom prst="rect">
            <a:avLst/>
          </a:prstGeom>
          <a:solidFill>
            <a:srgbClr val="8172B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Seekers / Budget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4480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 of customers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937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$42,574 | Spend $131 | Largest families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3886200"/>
            <a:ext cx="137160" cy="2103120"/>
          </a:xfrm>
          <a:prstGeom prst="rect">
            <a:avLst/>
          </a:prstGeom>
          <a:solidFill>
            <a:srgbClr val="55A868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/ Developing Customers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4480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A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30.2% of customers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937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$31,891 | Spend $105 | Youngest average 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ML-M06 — Customer Segmentation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Profile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feature radar chart</a:t>
            </a:r>
            <a:endParaRPr lang="en-US" sz="1400" dirty="0"/>
          </a:p>
        </p:txBody>
      </p:sp>
      <p:pic>
        <p:nvPicPr>
          <p:cNvPr id="4" name="Image 0" descr="14c_radar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280160"/>
            <a:ext cx="6400800" cy="32553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ML-M06 — Customer Segmentation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Stability &amp;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K=4 K-Means solution is highly reproducible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86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246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Random-State Consistency (avg ARI)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2286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95.7%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217920" y="3246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Sampling Stability (avg ARI)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across 5 random seeds and 5 bootstrap resamples using Adjusted Rand Index (ARI).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ML-M06 — Customer Segmentation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7373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Customers: premium bundles, early access, loyalty perks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514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Premium/Loyal Buyers: cross-sell across web, store &amp; catalogue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2918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Seekers: value bundles &amp; family-size promotions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0690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New/Developing Customers: onboarding journeys &amp; welcome incentives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892040"/>
            <a:ext cx="320040" cy="32004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8463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saved production pipeline to auto-segment new customers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ML-M06 — Customer Segmentation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2026-08-01T07:59:22Z</dcterms:created>
  <dcterms:modified xsi:type="dcterms:W3CDTF">2026-08-01T07:59:22Z</dcterms:modified>
</cp:coreProperties>
</file>