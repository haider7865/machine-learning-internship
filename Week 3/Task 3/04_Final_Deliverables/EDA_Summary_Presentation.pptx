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Personality Analysis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— Machine Learning Internship  |  AI Lab 99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analysis covers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86600" y="16459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Demographics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26974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Analysis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6060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86600" y="26974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 Behavior &amp; Website Engagement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749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 &amp; Campaign Performance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3749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17320" y="48006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470916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86600" y="48006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 &amp; Recommendations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validated data ready for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2,237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965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65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1965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Records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covers customer demographics, purchasing behaviour across web, catalogue and store channels, marketing campaign responses, complaints, and website engagement — fully cleaned in the prior preprocessing module.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Demographics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distribution across the customer base</a:t>
            </a:r>
            <a:endParaRPr lang="en-US" sz="1400" dirty="0"/>
          </a:p>
        </p:txBody>
      </p:sp>
      <p:pic>
        <p:nvPicPr>
          <p:cNvPr id="4" name="Image 0" descr="02b_incom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863840" cy="2980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828800"/>
            <a:ext cx="310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Facts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age: 57.1 years (range 30–86)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income: $51,855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Most customers hold a Graduation-level degree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Majority are Married or Together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leads all product categories</a:t>
            </a:r>
            <a:endParaRPr lang="en-US" sz="1400" dirty="0"/>
          </a:p>
        </p:txBody>
      </p:sp>
      <p:pic>
        <p:nvPicPr>
          <p:cNvPr id="4" name="Image 0" descr="03a_spending_by_category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498080" cy="4629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82880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spend: $1,355,048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Avg. spend/customer: $605.74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Wine generates the highest revenue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Fruits generate the least revenue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 Behavior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purchases remain the top channel</a:t>
            </a:r>
            <a:endParaRPr lang="en-US" sz="1400" dirty="0"/>
          </a:p>
        </p:txBody>
      </p:sp>
      <p:pic>
        <p:nvPicPr>
          <p:cNvPr id="4" name="Image 0" descr="04a_purchases_by_channel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498080" cy="46229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82880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Totals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Store: 12,962 purchases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Web: 9,143 purchases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Catalogue: 5,956 purchases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Deal-driven: 5,205 purchases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 &amp; Re-engagement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4 customers needs a win-back campaign</a:t>
            </a:r>
            <a:endParaRPr lang="en-US" sz="1400" dirty="0"/>
          </a:p>
        </p:txBody>
      </p:sp>
      <p:pic>
        <p:nvPicPr>
          <p:cNvPr id="4" name="Image 0" descr="06a_recency_hist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498080" cy="4629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C44E52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20116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321040" y="27889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with Recency &gt; 75 days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3931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prime candidates for targeted re-engagement / win-back offers.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latest campaign nearly doubled prior acceptance rates</a:t>
            </a:r>
            <a:endParaRPr lang="en-US" sz="1400" dirty="0"/>
          </a:p>
        </p:txBody>
      </p:sp>
      <p:pic>
        <p:nvPicPr>
          <p:cNvPr id="4" name="Image 0" descr="07a_campaign_acceptanc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498080" cy="46663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82880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Rates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Latest Campaign: 14.93% (best)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Campaign 4: 7.47%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Campaign 2: 1.34% (worst)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239 customers accepted 2+ campaigns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and spending move together</a:t>
            </a:r>
            <a:endParaRPr lang="en-US" sz="1400" dirty="0"/>
          </a:p>
        </p:txBody>
      </p:sp>
      <p:pic>
        <p:nvPicPr>
          <p:cNvPr id="4" name="Image 0" descr="09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17320"/>
            <a:ext cx="7772400" cy="69111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Quartile-based behavioural segments</a:t>
            </a:r>
            <a:endParaRPr lang="en-US" sz="1400" dirty="0"/>
          </a:p>
        </p:txBody>
      </p:sp>
      <p:pic>
        <p:nvPicPr>
          <p:cNvPr id="4" name="Image 0" descr="10a_customer_segments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863840" cy="43124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828800"/>
            <a:ext cx="310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Sizes
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High-Value: 560 (25.0%)
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Discount Seekers: 727 (32.5%)
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Campaign Responders: 608 (27.2%)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Inactive: 576 (25.7%)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High-income, older, fewer-children households spend the most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5544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6916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drives the highest category revenue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strongly predicts spending (r ≈ 0.80)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9718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1089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purchases remain the most popular channel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262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with children spend ~63% less than those without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43891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45262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~26% of customers are inactive and need re-engagement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5544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win-back campaigns for the ~26% inactive segment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313432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2677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premium bundles around Wine &amp; Meat for high-value customers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026664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980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low web-visit-to-purchase conversion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739896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6941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value-oriented promotions to households with children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453128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4074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design of the top-performing latest campaign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166360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5120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Income, Total Spend, Recency &amp; Purchases into segmentation models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Module 04: EDA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2026-07-29T05:14:08Z</dcterms:created>
  <dcterms:modified xsi:type="dcterms:W3CDTF">2026-07-29T05:14:08Z</dcterms:modified>
</cp:coreProperties>
</file>