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Personality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Customer Segmentation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 — AI Lab 99 Machine Learning Internship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1-11 · Data Cleaning to Deployed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2,237 customers, no systematic way to group them into actionable segments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spend, discounting, and retention are applied uniformly, not targeted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is wasted on low-response segments while high-value customers are under-served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tool exists for the business to look up or classify customers on demand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validate the raw dataset end-to-end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behaviourally meaningful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compare, and select the best clustering algorithm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clusters into named, business-actionable segments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79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tested, documented, interactive dashboard application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Personality Analysis dataset (Kaggle)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2,240 → 2,237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(raw → cleaned)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→ 67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(raw → final)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 KB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file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8288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69680" y="2743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categories tracked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purchasing behaviour across 4 channels, responses to 6 marketing campaigns, complaints, and website engagement.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missing Income values → median imputation (right-skewed distribution)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customers with implausible ages (&gt;100 yrs) → removed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categories ("Alone", "Absurd", "YOLO") → standardized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outliers → capped (winsorized); spending outliers kept as genuine behaviour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79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selected for the final clustering feature 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average 57 years old, $51,855 income (right-skewed)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is the highest-revenue product category across the entire 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purchases are the most-used channel, ahead of web and catalogue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latest campaign hit 14.9% acceptance — 2x any prior campaign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79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and Total Spend correlate strongly (r ≈ 0.80)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new behavioural features created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8288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Customer_Tenure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18288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Total_Spending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Total_Purchases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32918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Digital_Engagement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32918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Deal_Dependency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+ 7 more: Total_Children, Family_Size, Total_Campaign_Acceptance, Avg_Spending_Per_Purchase, Preferred_Shopping_Channel, Product_Preference, Customer_Activity_Level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Algorithms Tested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clustering algorithms compared head-to-head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828800"/>
          <a:ext cx="9601200" cy="2011680"/>
        </p:xfrm>
        <a:graphic>
          <a:graphicData uri="http://schemas.openxmlformats.org/drawingml/2006/table">
            <a:tbl>
              <a:tblPr/>
              <a:tblGrid>
                <a:gridCol w="2400300"/>
                <a:gridCol w="2400300"/>
                <a:gridCol w="2400300"/>
                <a:gridCol w="24003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Silhouette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Davies-Bouldin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(selected)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Hierarchical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DBSCAN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&amp; K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statistical optimum with business usability</a:t>
            </a:r>
            <a:endParaRPr lang="en-US" sz="1400" dirty="0"/>
          </a:p>
        </p:txBody>
      </p:sp>
      <p:pic>
        <p:nvPicPr>
          <p:cNvPr id="4" name="Image 0" descr="05_elbow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669280" cy="35002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201168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 statistically optimal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too coarse for named personas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 chosen — business-driven override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Stability: ARI &gt; 0.95 across seeds/bootstrap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named, business-actionable segments</a:t>
            </a:r>
            <a:endParaRPr lang="en-US" sz="1400" dirty="0"/>
          </a:p>
        </p:txBody>
      </p:sp>
      <p:pic>
        <p:nvPicPr>
          <p:cNvPr id="4" name="Image 0" descr="14a_final_pca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760720" cy="447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828800"/>
            <a:ext cx="137160" cy="64008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(22.1%)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83680" y="2743200"/>
            <a:ext cx="137160" cy="64008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Premium/Loyal (28.6%)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0" y="3657600"/>
            <a:ext cx="137160" cy="64008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657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Seekers (19.1%)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83680" y="4572000"/>
            <a:ext cx="137160" cy="64008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4572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New/Developing (30.2%)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Marketing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High-Value: low-frequency VIP campaigns, premium bundles, early access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Premium/Loyal: increase campaign investment to match high engagement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Seekers: value-led bundles via SMS/Email, avoid premium messaging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New/Developing: structured 30-60 day onboarding to build habits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325112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7939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1,103 customers flagged across all segments for reactivation campaigns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K-Means model, 10 sections, 8 filters</a:t>
            </a:r>
            <a:endParaRPr lang="en-US" sz="1400" dirty="0"/>
          </a:p>
        </p:txBody>
      </p:sp>
      <p:pic>
        <p:nvPicPr>
          <p:cNvPr id="4" name="Image 0" descr="01_executiv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760720" cy="3840480"/>
          </a:xfrm>
          <a:prstGeom prst="rect">
            <a:avLst/>
          </a:prstGeom>
        </p:spPr>
      </p:pic>
      <p:pic>
        <p:nvPicPr>
          <p:cNvPr id="5" name="Image 1" descr="09b_new_customer_predi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76072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automated tests, 100% pass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found &amp; fixed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194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4672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defects at 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 · Preprocessing · Feature engineering · Model · Dashboard UI · UAT ·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dataset snapshot — no real-time data integration yet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50008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042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 was a business judgment call, not the pure statistical optimum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626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churn prediction, CLV modelling, automated retraining, cloud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666744"/>
            <a:ext cx="256032" cy="256032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210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real-time campaign integration with CRM/ESP systems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tested, documented ML application — from raw data to a live dashboard. 22.1% of customers (High-Value) generate 52.2% of revenue, while the largest segment (New/Developing, 30.2%) is the biggest growth opportunity. The strategy matrix and dashboard are ready to guide marketing decisions today.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— Customer Segmentation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2026-08-08T15:26:55Z</dcterms:created>
  <dcterms:modified xsi:type="dcterms:W3CDTF">2026-08-08T15:26:55Z</dcterms:modified>
</cp:coreProperties>
</file>